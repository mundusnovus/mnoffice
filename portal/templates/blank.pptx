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89273" autoAdjust="0"/>
  </p:normalViewPr>
  <p:slideViewPr>
    <p:cSldViewPr snapToGrid="0">
      <p:cViewPr varScale="1">
        <p:scale>
          <a:sx n="100" d="100"/>
          <a:sy n="100" d="100"/>
        </p:scale>
        <p:origin x="37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16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32E96E-41F7-40C5-8419-297958CC00FA}" type="datetimeFigureOut">
              <a:rPr lang="en-US" smtClean="0"/>
              <a:t>10/30/2013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6999B8-B6B4-4561-A3CD-BBCDAB9FC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2865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Christian Sans" panose="020B0604020202020204" pitchFamily="34" charset="0"/>
              <a:cs typeface="Christian Sans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E6999B8-B6B4-4561-A3CD-BBCDAB9FC9D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6442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30.10.2013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5185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30.10.2013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6199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30.10.2013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1258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30.10.2013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403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30.10.2013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7595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30.10.2013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2849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30.10.2013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5991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30.10.2013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9607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30.10.2013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5407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30.10.2013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3046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30.10.2013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8012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C18F51-09EC-435C-A3BA-64A766E099C0}" type="datetimeFigureOut">
              <a:rPr lang="en-US" smtClean="0"/>
              <a:t>30.10.2013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136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Christian Sans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Christian Sans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Christian Sans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Christian Sans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Christian Sans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Christian Sans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Christian Sans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Christian Sans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Christian Sans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60119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hristian Sans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Christian Sans"/>
        <a:font script="Hebr" typeface="Christian Sans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Christian Sans"/>
        <a:font script="Uigh" typeface="Microsoft Uighur"/>
        <a:font script="Geor" typeface="Sylfaen"/>
      </a:majorFont>
      <a:minorFont>
        <a:latin typeface="Christian Sans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Christian Sans"/>
        <a:font script="Hebr" typeface="Christian Sans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Christian Sans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hristian Sans">
      <a:majorFont>
        <a:latin typeface="Christian Sans" panose="020B0604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hristian Sans" panose="020B0604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</TotalTime>
  <Words>1</Words>
  <PresentationFormat>Widescreen</PresentationFormat>
  <Paragraphs>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Arial</vt:lpstr>
      <vt:lpstr>Office Theme</vt:lpstr>
    </vt:vector>
  </TitlesOfParts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</cp:revision>
</cp:coreProperties>
</file>