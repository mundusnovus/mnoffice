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n-US" smtClean="0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vus Serif" panose="020B0604020202020204" pitchFamily="34" charset="0"/>
              <a:cs typeface="Novus Serif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Novus Serif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Novus Serif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Novus Serif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Novus Serif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Novus Serif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Novus Serif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Novus Serif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Novus Serif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Novus Serif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Novus Serif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Novus Serif"/>
        <a:font script="Hebr" typeface="Novus Serif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Novus Serif"/>
        <a:font script="Uigh" typeface="Microsoft Uighur"/>
        <a:font script="Geor" typeface="Sylfaen"/>
      </a:majorFont>
      <a:minorFont>
        <a:latin typeface="Novus Serif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Novus Serif"/>
        <a:font script="Hebr" typeface="Novus Serif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Novus Serif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ovus Serif">
      <a:majorFont>
        <a:latin typeface="Novus Serif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Novus Serif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</cp:coreProperties>
</file>