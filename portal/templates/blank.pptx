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89273" autoAdjust="0"/>
  </p:normalViewPr>
  <p:slideViewPr>
    <p:cSldViewPr snapToGrid="0">
      <p:cViewPr varScale="1">
        <p:scale>
          <a:sx n="100" d="100"/>
          <a:sy n="100" d="100"/>
        </p:scale>
        <p:origin x="3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16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2E96E-41F7-40C5-8419-297958CC00FA}" type="datetimeFigureOut">
              <a:rPr lang="en-US" smtClean="0"/>
              <a:t>10/30/2013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999B8-B6B4-4561-A3CD-BBCDAB9FC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286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steria Serif" panose="020B0604020202020204" pitchFamily="34" charset="0"/>
              <a:cs typeface="Asteria Serif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6999B8-B6B4-4561-A3CD-BBCDAB9FC9D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644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518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25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403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7595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284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599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960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540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304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18F51-09EC-435C-A3BA-64A766E099C0}" type="datetimeFigureOut">
              <a:rPr lang="en-US" smtClean="0"/>
              <a:t>30.10.2013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36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steria Serif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steria Serif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steria Serif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steria Serif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steria Serif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steria Serif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steria Serif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steria Serif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steria Serif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601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steria Serif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steria Serif"/>
        <a:font script="Hebr" typeface="Asteria Serif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steria Serif"/>
        <a:font script="Uigh" typeface="Microsoft Uighur"/>
        <a:font script="Geor" typeface="Sylfaen"/>
      </a:majorFont>
      <a:minorFont>
        <a:latin typeface="Asteria Serif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steria Serif"/>
        <a:font script="Hebr" typeface="Asteria Serif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steria Serif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steria Serif">
      <a:majorFont>
        <a:latin typeface="Asteria Serif" panose="020B0604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steria Serif" panose="020B0604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1</Words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Arial</vt:lpstr>
      <vt:lpstr>Office Theme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</cp:revision>
</cp:coreProperties>
</file>